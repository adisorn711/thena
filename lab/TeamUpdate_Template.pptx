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73152" cy="685800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200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213E"/>
                </a:solidFill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6213E"/>
                </a:solidFill>
              </a:rPr>
              <a:t>Team Project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8346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3D8C"/>
                </a:solidFill>
              </a:rPr>
              <a:t>Q[X] · [Month] [Year]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520440"/>
            <a:ext cx="5029200" cy="36576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3749039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80"/>
                </a:solidFill>
              </a:rPr>
              <a:t>Presented by: [Name]  ·  [Date]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PROJECT 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91840"/>
            <a:ext cx="2194560" cy="32004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3E0"/>
                </a:solidFill>
              </a:rPr>
              <a:t>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 / Topics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F3D8C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2199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4261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63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22199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64261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063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8620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88620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5312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8737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29437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7150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8620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45312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8737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29437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7150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[Confidential — Internal Use Only]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 / Topics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011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F3D8C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01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2199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4261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63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44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8013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22199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64261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063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8620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88620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45312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8737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29437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7150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86200"/>
            <a:ext cx="55778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64008" cy="2377440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9959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●  Main Point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45312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87375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29437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71500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80"/>
                </a:solidFill>
              </a:rPr>
              <a:t>–  Sub-bullet [detail]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CC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0"/>
                </a:solidFill>
              </a:rPr>
              <a:t>[Confidential — Internal Use Only]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2130552" cy="21305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6213E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3959352" cy="54864"/>
          </a:xfrm>
          <a:prstGeom prst="rect">
            <a:avLst/>
          </a:prstGeom>
          <a:solidFill>
            <a:srgbClr val="0F3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3D8C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580"/>
                </a:solidFill>
              </a:rPr>
              <a:t>[Presenter Name]  ·  [email@company.com]  ·  [Team]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36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[Confidential — Internal Use Only]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336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[Date]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